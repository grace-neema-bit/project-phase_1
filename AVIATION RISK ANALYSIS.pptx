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K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58" d="100"/>
          <a:sy n="58" d="100"/>
        </p:scale>
        <p:origin x="987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37BA8-2A13-F96D-DD2D-FEF4AD7650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C45170-091B-71D4-94D7-47A0002DB3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4D0395-D205-592F-CE64-088B5C517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792F9-C458-4044-928E-209822ED0950}" type="datetimeFigureOut">
              <a:rPr lang="en-KE" smtClean="0"/>
              <a:t>16/12/2025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4681E5-36FB-461F-FDDB-F34FA4B90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FFF8A1-D567-E978-A653-69EDDCFE0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6F792-63D8-41B8-953E-453B32EBD5C9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80780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FE9D2-A484-4583-3F61-7DA19043E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C6AC3-191B-87E7-6D98-1AFCE42DB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88ABD0-9703-DBD2-7408-3C742432E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792F9-C458-4044-928E-209822ED0950}" type="datetimeFigureOut">
              <a:rPr lang="en-KE" smtClean="0"/>
              <a:t>16/12/2025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E0D81E-AEEB-7A41-D36D-886D6D9E2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C5830-9A07-5895-23A4-BBB2A05C4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6F792-63D8-41B8-953E-453B32EBD5C9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21438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4EDD1-E053-CD64-3B4E-F065BF5D9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462076-E40E-A688-D7FD-8859C74736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AA56FC-BA28-332B-075E-91369EAB6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792F9-C458-4044-928E-209822ED0950}" type="datetimeFigureOut">
              <a:rPr lang="en-KE" smtClean="0"/>
              <a:t>16/12/2025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CA886-4B60-47D1-B119-4EBAB8807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42F5F2-DAAC-BCFB-AEF1-3A2144E3D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6F792-63D8-41B8-953E-453B32EBD5C9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769242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090D6-CCEF-0E01-2C11-53835B8B1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986DF-20B3-01F4-4379-86F85D331A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CD9C1D-1FAC-E6CC-A264-EF47A5E82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7F4EC6-0285-3C2A-D66D-4F56FD9AE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792F9-C458-4044-928E-209822ED0950}" type="datetimeFigureOut">
              <a:rPr lang="en-KE" smtClean="0"/>
              <a:t>16/12/2025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19A224-AEA7-46E4-DEBD-F9C1549AC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E683CC-9F00-2F39-D819-0CC19F451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6F792-63D8-41B8-953E-453B32EBD5C9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233181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4EBEA-DE62-39FB-B44A-B5AD82933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F96CCC-8BC5-767E-7857-C8B43F95E9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C843C3-EB7A-9020-841C-06561EDA8A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EE51B2-0003-E0F4-D5CC-E3A1657496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B361F0-71EB-F352-158C-4925EBB30C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7FE359-9A89-C076-C62F-AA341DD1E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792F9-C458-4044-928E-209822ED0950}" type="datetimeFigureOut">
              <a:rPr lang="en-KE" smtClean="0"/>
              <a:t>16/12/2025</a:t>
            </a:fld>
            <a:endParaRPr lang="en-K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671E3B-395A-60D7-DF08-494DAE6B7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94BE17-6A0E-9A4D-527C-8B762D9A0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6F792-63D8-41B8-953E-453B32EBD5C9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298591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2A1D4-C8A4-C3C3-7221-A4EF71443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3514DD-B4CE-0C6D-707E-71C743F93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792F9-C458-4044-928E-209822ED0950}" type="datetimeFigureOut">
              <a:rPr lang="en-KE" smtClean="0"/>
              <a:t>16/12/2025</a:t>
            </a:fld>
            <a:endParaRPr lang="en-K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D25032-51D3-01E1-1E51-52EE580B1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2B4FA7-AE61-BAAB-3C09-9A24EB210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6F792-63D8-41B8-953E-453B32EBD5C9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429778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DCAAB8-9921-2D11-6BD8-6A589D54A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792F9-C458-4044-928E-209822ED0950}" type="datetimeFigureOut">
              <a:rPr lang="en-KE" smtClean="0"/>
              <a:t>16/12/2025</a:t>
            </a:fld>
            <a:endParaRPr lang="en-K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C4C707-B888-BB05-8FF8-3A9CABBE0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6F147-210B-FE1E-457E-8FA3B91E3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6F792-63D8-41B8-953E-453B32EBD5C9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510935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0D966-E934-85C4-C3F4-76022CDA7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D03FA-9575-209D-7053-4794F41C1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244167-D453-483F-7C86-41155EAB02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936F8B-D821-DE75-525B-27B18D6FB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792F9-C458-4044-928E-209822ED0950}" type="datetimeFigureOut">
              <a:rPr lang="en-KE" smtClean="0"/>
              <a:t>16/12/2025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AFFC5F-2B60-172A-FF92-FE08B75C5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1A9DCE-8450-3FF3-0C53-7A3477120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6F792-63D8-41B8-953E-453B32EBD5C9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354371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3BA30-6A1C-838D-3ED0-BBB7FF0E5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567241-CA92-A92C-466E-B76656808E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CF5E15-2908-CAD6-4756-FB2E5E58F5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6C1B08-3E5D-1183-7934-7EC74414E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792F9-C458-4044-928E-209822ED0950}" type="datetimeFigureOut">
              <a:rPr lang="en-KE" smtClean="0"/>
              <a:t>16/12/2025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6AFE67-B2DE-A8B5-91B0-CAFF429A3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532CBB-1C6B-5183-6636-BBD8D449C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6F792-63D8-41B8-953E-453B32EBD5C9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362796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1A430-6567-52CF-8603-DCBDB4AEE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2AA4F3-56CA-5786-BD21-7413F22D3F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EB37C5-16FA-DCCC-EDAB-9161D7520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792F9-C458-4044-928E-209822ED0950}" type="datetimeFigureOut">
              <a:rPr lang="en-KE" smtClean="0"/>
              <a:t>16/12/2025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6EC193-7F40-EDE0-BE88-F5C69933F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EEA72-AEC1-25A1-0EA1-BEDEEAF81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6F792-63D8-41B8-953E-453B32EBD5C9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803100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107B79-65A2-F798-216B-1293E611A1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E7A91-5EA1-BC10-F8A3-11833CD3FD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2B1F2-28FD-F859-230C-859497144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792F9-C458-4044-928E-209822ED0950}" type="datetimeFigureOut">
              <a:rPr lang="en-KE" smtClean="0"/>
              <a:t>16/12/2025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BC5F79-1B4C-5986-520F-E113E0216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2B4969-13C1-04DF-3D3C-76C00D44E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6F792-63D8-41B8-953E-453B32EBD5C9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822969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79673C-B57B-B683-8A6A-3FA950E67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E20DC5-8864-A1E7-40D6-BBD7C2AD46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E2D10-466D-4A0F-D1FF-51336FE0DF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1792F9-C458-4044-928E-209822ED0950}" type="datetimeFigureOut">
              <a:rPr lang="en-KE" smtClean="0"/>
              <a:t>16/12/2025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59DB98-6084-4601-A8A3-AF5F66D636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AF842-DAE7-E9AE-C947-49827091FA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E6F792-63D8-41B8-953E-453B32EBD5C9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146971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57FA1-E792-5BFD-6449-DD7DC2494B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AVIATION RISK ANALYSIS</a:t>
            </a:r>
            <a:endParaRPr lang="en-K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C62B63-6C38-ACBF-34E4-4FBBF418F8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3366088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FFE95-8EAF-D69A-DDF8-1F3BB5709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89C98-5F5C-46C0-D6F0-ABA8D9E68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672301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AVIATION RISK ANALYSIS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Dell</cp:lastModifiedBy>
  <cp:revision>1</cp:revision>
  <dcterms:created xsi:type="dcterms:W3CDTF">2025-12-16T07:03:32Z</dcterms:created>
  <dcterms:modified xsi:type="dcterms:W3CDTF">2025-12-16T07:03:44Z</dcterms:modified>
</cp:coreProperties>
</file>